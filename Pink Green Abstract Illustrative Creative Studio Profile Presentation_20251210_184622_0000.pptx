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Canva Sans Bold" charset="1" panose="020B08030305010401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7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017917">
            <a:off x="9144000" y="-1027300"/>
            <a:ext cx="9766536" cy="9322602"/>
          </a:xfrm>
          <a:custGeom>
            <a:avLst/>
            <a:gdLst/>
            <a:ahLst/>
            <a:cxnLst/>
            <a:rect r="r" b="b" t="t" l="l"/>
            <a:pathLst>
              <a:path h="9322602" w="9766536">
                <a:moveTo>
                  <a:pt x="0" y="0"/>
                </a:moveTo>
                <a:lnTo>
                  <a:pt x="9766536" y="0"/>
                </a:lnTo>
                <a:lnTo>
                  <a:pt x="9766536" y="9322602"/>
                </a:lnTo>
                <a:lnTo>
                  <a:pt x="0" y="932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2007895">
            <a:off x="683963" y="2153661"/>
            <a:ext cx="10904506" cy="10329541"/>
          </a:xfrm>
          <a:custGeom>
            <a:avLst/>
            <a:gdLst/>
            <a:ahLst/>
            <a:cxnLst/>
            <a:rect r="r" b="b" t="t" l="l"/>
            <a:pathLst>
              <a:path h="10329541" w="10904506">
                <a:moveTo>
                  <a:pt x="0" y="0"/>
                </a:moveTo>
                <a:lnTo>
                  <a:pt x="10904506" y="0"/>
                </a:lnTo>
                <a:lnTo>
                  <a:pt x="10904506" y="10329541"/>
                </a:lnTo>
                <a:lnTo>
                  <a:pt x="0" y="10329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43493" y="2123470"/>
            <a:ext cx="14831471" cy="237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6"/>
              </a:lnSpc>
            </a:pPr>
            <a:r>
              <a:rPr lang="en-US" b="true" sz="1389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Studio project #1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53546" y="5130802"/>
            <a:ext cx="9102434" cy="1247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45"/>
              </a:lnSpc>
            </a:pPr>
            <a:r>
              <a:rPr lang="en-US" sz="731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Principles of design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5D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97272" y="3270631"/>
            <a:ext cx="10890728" cy="7016369"/>
          </a:xfrm>
          <a:custGeom>
            <a:avLst/>
            <a:gdLst/>
            <a:ahLst/>
            <a:cxnLst/>
            <a:rect r="r" b="b" t="t" l="l"/>
            <a:pathLst>
              <a:path h="7016369" w="10890728">
                <a:moveTo>
                  <a:pt x="0" y="0"/>
                </a:moveTo>
                <a:lnTo>
                  <a:pt x="10890728" y="0"/>
                </a:lnTo>
                <a:lnTo>
                  <a:pt x="10890728" y="7016369"/>
                </a:lnTo>
                <a:lnTo>
                  <a:pt x="0" y="7016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664" y="31652"/>
            <a:ext cx="8573080" cy="4655844"/>
          </a:xfrm>
          <a:custGeom>
            <a:avLst/>
            <a:gdLst/>
            <a:ahLst/>
            <a:cxnLst/>
            <a:rect r="r" b="b" t="t" l="l"/>
            <a:pathLst>
              <a:path h="4655844" w="8573080">
                <a:moveTo>
                  <a:pt x="0" y="0"/>
                </a:moveTo>
                <a:lnTo>
                  <a:pt x="8573080" y="0"/>
                </a:lnTo>
                <a:lnTo>
                  <a:pt x="8573080" y="4655845"/>
                </a:lnTo>
                <a:lnTo>
                  <a:pt x="0" y="465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892" r="0" b="-789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023387" y="712129"/>
            <a:ext cx="8824425" cy="1544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14"/>
              </a:lnSpc>
            </a:pPr>
            <a:r>
              <a:rPr lang="en-US" b="true" sz="443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 principles of design with examples from real world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8359" y="6654990"/>
            <a:ext cx="7128913" cy="116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5"/>
              </a:lnSpc>
            </a:pPr>
            <a:r>
              <a:rPr lang="en-US" sz="684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And 60 patterns 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DAG7HWuBw5s</dc:identifier>
  <dcterms:modified xsi:type="dcterms:W3CDTF">2011-08-01T06:04:30Z</dcterms:modified>
  <cp:revision>1</cp:revision>
  <dc:title>Pink Green Abstract Illustrative Creative Studio Profile Presentation</dc:title>
</cp:coreProperties>
</file>